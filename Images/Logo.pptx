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A3C9C-FEAA-4610-5701-B5992F671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B63445-68A8-A91C-1F50-244F60832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88C5D-EBB3-8806-CE06-B1AF99D74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CC26-B7F9-449F-AAAD-B360D5673B18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F82AC-07F5-1584-E323-B1ABA8541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1B21A-9294-3230-85B8-3AE7F2332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F4FD-654A-4016-A088-CA26EAF50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319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C7839-C240-D0F9-A9E6-F14695506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84799-3C9A-67C3-BD12-5B82C4768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7F885-D293-5DBD-F151-843DC363A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CC26-B7F9-449F-AAAD-B360D5673B18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234B1-30CC-9466-EB59-5957967E3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D0801-7F84-795B-5F46-7F28B1234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F4FD-654A-4016-A088-CA26EAF50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195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B0350-2DBC-F40F-EC23-0558FF228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E69CB-A32B-AF37-D7D2-726DD91E6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2FE79-0BF5-88DF-3777-E3589142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CC26-B7F9-449F-AAAD-B360D5673B18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A7077-27EC-5AB4-34E8-B33254B65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147F9-07D2-8FE2-C801-D39DC98E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F4FD-654A-4016-A088-CA26EAF50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577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1D699-528A-4D3C-34D8-073C0B64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3A2E3-A616-9F68-49C8-0FF07346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B0CC8-87C2-080F-1AB5-E308482B6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5566E-D64C-18F4-6633-F472E99DA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CC26-B7F9-449F-AAAD-B360D5673B18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6CB55-1C56-7787-8322-623E942F6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27947-788B-60F4-BD00-3F89C228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F4FD-654A-4016-A088-CA26EAF50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212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AF22-C902-2CAB-FAFB-D8E854EFF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388C1-D1A4-5C46-8563-1DD058CD0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EAD1CF-CFD3-2D49-C563-FA5FF798A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10DC80-DDA6-7497-ABFF-55FC139380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FD8E79-3918-57F2-BA3F-16B2FB053C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89D671-51BD-0882-A3FC-938DCE8E4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CC26-B7F9-449F-AAAD-B360D5673B18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0223D8-8383-98E6-D717-B24270521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B0F72-B571-7AB5-94FC-6790B8B6B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F4FD-654A-4016-A088-CA26EAF50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138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001B4-B075-C685-769F-F00038DA2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7CDE84-131C-D5DF-A4CB-162E5003C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CC26-B7F9-449F-AAAD-B360D5673B18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7F7594-7243-21FE-177B-566C6C7F1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F0174-2FDC-F49D-D388-0A4FC338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F4FD-654A-4016-A088-CA26EAF50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281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0DAC7-0844-A997-FB99-777CCC702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CC26-B7F9-449F-AAAD-B360D5673B18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D8238-B5D7-B56D-C195-BFC15B8F2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B2A0D-D1CE-E79E-30C4-1C26D67F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F4FD-654A-4016-A088-CA26EAF50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714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85822-5ECF-B173-68D1-F8D140BAE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94216-B0E7-1083-960B-25E16F1AA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A9AE5-E530-4E77-F16E-83E3D2FA7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ACD8C-B00D-622A-8851-EBD21A32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CC26-B7F9-449F-AAAD-B360D5673B18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11C2E-9248-0F99-D745-130F68EDE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78E0D-705B-D560-C7AD-3CC562C4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F4FD-654A-4016-A088-CA26EAF50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137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53D71-2C3B-2DEA-1E1E-D0E27BE6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9E20EC-2B82-2C3B-9C23-F07E55F0DA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06AD0-FCD8-144E-11FF-62EDA01B6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4C7CFD-3ACF-F97F-7F7D-37A3E6C62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CC26-B7F9-449F-AAAD-B360D5673B18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E08E1-0630-1B77-524E-DDD1D985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6FB5A-517E-B5B8-65BD-557912A3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F4FD-654A-4016-A088-CA26EAF50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182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37D1D-6BC6-9A69-90E6-2425FA68D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7C2D3-E138-FE36-E45A-A4A348440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58166-9714-4A68-71E6-285161E31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CC26-B7F9-449F-AAAD-B360D5673B18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A902D-BAF2-BA47-1FB9-57296C43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C5E6F-E65C-9EA6-926A-C5AF2A75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F4FD-654A-4016-A088-CA26EAF50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568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31E6E7-1D83-FD18-4A58-735A8C00B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BCC2BC-4FCD-85A9-C2AA-F25FC4955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DD9BE-4945-F304-A13A-F609E48E5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CC26-B7F9-449F-AAAD-B360D5673B18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932B3-3849-65F4-F872-E35DA0D1D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CD089-C63D-FF9D-DCFC-F01A3FC2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F4FD-654A-4016-A088-CA26EAF50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039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A0A83C-304E-2A5F-DBED-33835E97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74A75-4E94-41F0-BD26-4A6669409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21470-A8A5-AFDB-36CD-B71984C501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0CC26-B7F9-449F-AAAD-B360D5673B18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D7F17-ED9C-5260-5B08-CFF1131482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93377-49CC-5EAE-0AFD-D3247381A6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3F4FD-654A-4016-A088-CA26EAF50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46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Vaibhav\Downloads\IMG-20191228-WA0011-removebg-preview.png">
            <a:extLst>
              <a:ext uri="{FF2B5EF4-FFF2-40B4-BE49-F238E27FC236}">
                <a16:creationId xmlns:a16="http://schemas.microsoft.com/office/drawing/2014/main" id="{A56CA445-23C0-9560-9F61-7E891D7C8B6A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0" t="14199" r="4742" b="19878"/>
          <a:stretch/>
        </p:blipFill>
        <p:spPr bwMode="auto">
          <a:xfrm>
            <a:off x="2589205" y="1530054"/>
            <a:ext cx="6300479" cy="157221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 descr="C:\Users\Vaibhav\Downloads\IMG-20191228-WA0011-removebg-preview.png">
            <a:extLst>
              <a:ext uri="{FF2B5EF4-FFF2-40B4-BE49-F238E27FC236}">
                <a16:creationId xmlns:a16="http://schemas.microsoft.com/office/drawing/2014/main" id="{DCF908BF-95C0-1CD5-DF1D-885A3E878551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0" t="14199" r="75378" b="19878"/>
          <a:stretch/>
        </p:blipFill>
        <p:spPr bwMode="auto">
          <a:xfrm>
            <a:off x="2851175" y="3947451"/>
            <a:ext cx="1543052" cy="16706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93678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Vaibhav Bachuwar</dc:creator>
  <cp:lastModifiedBy>Siddhesh Kulkarni</cp:lastModifiedBy>
  <cp:revision>2</cp:revision>
  <dcterms:created xsi:type="dcterms:W3CDTF">2024-01-06T08:11:38Z</dcterms:created>
  <dcterms:modified xsi:type="dcterms:W3CDTF">2024-01-19T17:02:43Z</dcterms:modified>
</cp:coreProperties>
</file>